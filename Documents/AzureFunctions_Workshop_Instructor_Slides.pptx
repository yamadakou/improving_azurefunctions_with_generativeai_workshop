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53B0584-AC19-48B2-A4A6-C8099860584E}" v="2" dt="2025-12-22T00:38:46.9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152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ji yamada" userId="36a6a71576b73eaa" providerId="LiveId" clId="{515C41CE-10AF-4D96-9A1B-A9B567287924}"/>
    <pc:docChg chg="undo custSel modSld">
      <pc:chgData name="koji yamada" userId="36a6a71576b73eaa" providerId="LiveId" clId="{515C41CE-10AF-4D96-9A1B-A9B567287924}" dt="2025-12-22T00:40:06.374" v="190" actId="14100"/>
      <pc:docMkLst>
        <pc:docMk/>
      </pc:docMkLst>
      <pc:sldChg chg="addSp delSp modSp mod setBg delDesignElem">
        <pc:chgData name="koji yamada" userId="36a6a71576b73eaa" providerId="LiveId" clId="{515C41CE-10AF-4D96-9A1B-A9B567287924}" dt="2025-12-22T00:40:06.374" v="190" actId="14100"/>
        <pc:sldMkLst>
          <pc:docMk/>
          <pc:sldMk cId="0" sldId="256"/>
        </pc:sldMkLst>
        <pc:spChg chg="mod">
          <ac:chgData name="koji yamada" userId="36a6a71576b73eaa" providerId="LiveId" clId="{515C41CE-10AF-4D96-9A1B-A9B567287924}" dt="2025-12-22T00:39:57.976" v="189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koji yamada" userId="36a6a71576b73eaa" providerId="LiveId" clId="{515C41CE-10AF-4D96-9A1B-A9B567287924}" dt="2025-12-22T00:40:06.374" v="190" actId="14100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koji yamada" userId="36a6a71576b73eaa" providerId="LiveId" clId="{515C41CE-10AF-4D96-9A1B-A9B567287924}" dt="2025-12-22T00:32:53.365" v="102"/>
          <ac:spMkLst>
            <pc:docMk/>
            <pc:sldMk cId="0" sldId="256"/>
            <ac:spMk id="8" creationId="{081EA652-8C6A-4E69-BEB9-170809474553}"/>
          </ac:spMkLst>
        </pc:spChg>
        <pc:spChg chg="add del">
          <ac:chgData name="koji yamada" userId="36a6a71576b73eaa" providerId="LiveId" clId="{515C41CE-10AF-4D96-9A1B-A9B567287924}" dt="2025-12-22T00:32:53.365" v="102"/>
          <ac:spMkLst>
            <pc:docMk/>
            <pc:sldMk cId="0" sldId="256"/>
            <ac:spMk id="10" creationId="{5298780A-33B9-4EA2-8F67-DE68AD62841B}"/>
          </ac:spMkLst>
        </pc:spChg>
        <pc:spChg chg="add del">
          <ac:chgData name="koji yamada" userId="36a6a71576b73eaa" providerId="LiveId" clId="{515C41CE-10AF-4D96-9A1B-A9B567287924}" dt="2025-12-22T00:32:53.365" v="102"/>
          <ac:spMkLst>
            <pc:docMk/>
            <pc:sldMk cId="0" sldId="256"/>
            <ac:spMk id="12" creationId="{7F488E8B-4E1E-4402-8935-D4E6C02615C7}"/>
          </ac:spMkLst>
        </pc:spChg>
      </pc:sldChg>
      <pc:sldChg chg="addSp delSp modSp mod setBg delDesignElem">
        <pc:chgData name="koji yamada" userId="36a6a71576b73eaa" providerId="LiveId" clId="{515C41CE-10AF-4D96-9A1B-A9B567287924}" dt="2025-12-22T00:34:45.038" v="120" actId="403"/>
        <pc:sldMkLst>
          <pc:docMk/>
          <pc:sldMk cId="0" sldId="257"/>
        </pc:sldMkLst>
        <pc:spChg chg="mod">
          <ac:chgData name="koji yamada" userId="36a6a71576b73eaa" providerId="LiveId" clId="{515C41CE-10AF-4D96-9A1B-A9B567287924}" dt="2025-12-22T00:28:04.945" v="1" actId="26606"/>
          <ac:spMkLst>
            <pc:docMk/>
            <pc:sldMk cId="0" sldId="257"/>
            <ac:spMk id="2" creationId="{00000000-0000-0000-0000-000000000000}"/>
          </ac:spMkLst>
        </pc:spChg>
        <pc:spChg chg="mod">
          <ac:chgData name="koji yamada" userId="36a6a71576b73eaa" providerId="LiveId" clId="{515C41CE-10AF-4D96-9A1B-A9B567287924}" dt="2025-12-22T00:34:45.038" v="120" actId="403"/>
          <ac:spMkLst>
            <pc:docMk/>
            <pc:sldMk cId="0" sldId="257"/>
            <ac:spMk id="3" creationId="{00000000-0000-0000-0000-000000000000}"/>
          </ac:spMkLst>
        </pc:spChg>
        <pc:spChg chg="add del">
          <ac:chgData name="koji yamada" userId="36a6a71576b73eaa" providerId="LiveId" clId="{515C41CE-10AF-4D96-9A1B-A9B567287924}" dt="2025-12-22T00:32:53.365" v="102"/>
          <ac:spMkLst>
            <pc:docMk/>
            <pc:sldMk cId="0" sldId="257"/>
            <ac:spMk id="8" creationId="{081EA652-8C6A-4E69-BEB9-170809474553}"/>
          </ac:spMkLst>
        </pc:spChg>
        <pc:spChg chg="add del">
          <ac:chgData name="koji yamada" userId="36a6a71576b73eaa" providerId="LiveId" clId="{515C41CE-10AF-4D96-9A1B-A9B567287924}" dt="2025-12-22T00:32:53.365" v="102"/>
          <ac:spMkLst>
            <pc:docMk/>
            <pc:sldMk cId="0" sldId="257"/>
            <ac:spMk id="10" creationId="{5298780A-33B9-4EA2-8F67-DE68AD62841B}"/>
          </ac:spMkLst>
        </pc:spChg>
        <pc:spChg chg="add del">
          <ac:chgData name="koji yamada" userId="36a6a71576b73eaa" providerId="LiveId" clId="{515C41CE-10AF-4D96-9A1B-A9B567287924}" dt="2025-12-22T00:32:53.365" v="102"/>
          <ac:spMkLst>
            <pc:docMk/>
            <pc:sldMk cId="0" sldId="257"/>
            <ac:spMk id="12" creationId="{7F488E8B-4E1E-4402-8935-D4E6C02615C7}"/>
          </ac:spMkLst>
        </pc:spChg>
      </pc:sldChg>
      <pc:sldChg chg="addSp delSp modSp mod setBg delDesignElem">
        <pc:chgData name="koji yamada" userId="36a6a71576b73eaa" providerId="LiveId" clId="{515C41CE-10AF-4D96-9A1B-A9B567287924}" dt="2025-12-22T00:37:39.553" v="174" actId="20577"/>
        <pc:sldMkLst>
          <pc:docMk/>
          <pc:sldMk cId="0" sldId="258"/>
        </pc:sldMkLst>
        <pc:spChg chg="mod">
          <ac:chgData name="koji yamada" userId="36a6a71576b73eaa" providerId="LiveId" clId="{515C41CE-10AF-4D96-9A1B-A9B567287924}" dt="2025-12-22T00:37:39.553" v="174" actId="20577"/>
          <ac:spMkLst>
            <pc:docMk/>
            <pc:sldMk cId="0" sldId="258"/>
            <ac:spMk id="2" creationId="{00000000-0000-0000-0000-000000000000}"/>
          </ac:spMkLst>
        </pc:spChg>
        <pc:spChg chg="mod">
          <ac:chgData name="koji yamada" userId="36a6a71576b73eaa" providerId="LiveId" clId="{515C41CE-10AF-4D96-9A1B-A9B567287924}" dt="2025-12-22T00:34:58.483" v="123" actId="404"/>
          <ac:spMkLst>
            <pc:docMk/>
            <pc:sldMk cId="0" sldId="258"/>
            <ac:spMk id="3" creationId="{00000000-0000-0000-0000-000000000000}"/>
          </ac:spMkLst>
        </pc:spChg>
        <pc:spChg chg="add del">
          <ac:chgData name="koji yamada" userId="36a6a71576b73eaa" providerId="LiveId" clId="{515C41CE-10AF-4D96-9A1B-A9B567287924}" dt="2025-12-22T00:32:53.365" v="102"/>
          <ac:spMkLst>
            <pc:docMk/>
            <pc:sldMk cId="0" sldId="258"/>
            <ac:spMk id="8" creationId="{081EA652-8C6A-4E69-BEB9-170809474553}"/>
          </ac:spMkLst>
        </pc:spChg>
        <pc:spChg chg="add del">
          <ac:chgData name="koji yamada" userId="36a6a71576b73eaa" providerId="LiveId" clId="{515C41CE-10AF-4D96-9A1B-A9B567287924}" dt="2025-12-22T00:32:53.365" v="102"/>
          <ac:spMkLst>
            <pc:docMk/>
            <pc:sldMk cId="0" sldId="258"/>
            <ac:spMk id="10" creationId="{5298780A-33B9-4EA2-8F67-DE68AD62841B}"/>
          </ac:spMkLst>
        </pc:spChg>
        <pc:spChg chg="add del">
          <ac:chgData name="koji yamada" userId="36a6a71576b73eaa" providerId="LiveId" clId="{515C41CE-10AF-4D96-9A1B-A9B567287924}" dt="2025-12-22T00:32:53.365" v="102"/>
          <ac:spMkLst>
            <pc:docMk/>
            <pc:sldMk cId="0" sldId="258"/>
            <ac:spMk id="12" creationId="{7F488E8B-4E1E-4402-8935-D4E6C02615C7}"/>
          </ac:spMkLst>
        </pc:spChg>
      </pc:sldChg>
      <pc:sldChg chg="addSp delSp modSp mod setBg delDesignElem">
        <pc:chgData name="koji yamada" userId="36a6a71576b73eaa" providerId="LiveId" clId="{515C41CE-10AF-4D96-9A1B-A9B567287924}" dt="2025-12-22T00:35:26.013" v="128" actId="14100"/>
        <pc:sldMkLst>
          <pc:docMk/>
          <pc:sldMk cId="0" sldId="259"/>
        </pc:sldMkLst>
        <pc:spChg chg="mod">
          <ac:chgData name="koji yamada" userId="36a6a71576b73eaa" providerId="LiveId" clId="{515C41CE-10AF-4D96-9A1B-A9B567287924}" dt="2025-12-22T00:35:26.013" v="128" actId="14100"/>
          <ac:spMkLst>
            <pc:docMk/>
            <pc:sldMk cId="0" sldId="259"/>
            <ac:spMk id="2" creationId="{00000000-0000-0000-0000-000000000000}"/>
          </ac:spMkLst>
        </pc:spChg>
        <pc:spChg chg="mod">
          <ac:chgData name="koji yamada" userId="36a6a71576b73eaa" providerId="LiveId" clId="{515C41CE-10AF-4D96-9A1B-A9B567287924}" dt="2025-12-22T00:35:12.082" v="127" actId="15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koji yamada" userId="36a6a71576b73eaa" providerId="LiveId" clId="{515C41CE-10AF-4D96-9A1B-A9B567287924}" dt="2025-12-22T00:32:53.365" v="102"/>
          <ac:spMkLst>
            <pc:docMk/>
            <pc:sldMk cId="0" sldId="259"/>
            <ac:spMk id="8" creationId="{081EA652-8C6A-4E69-BEB9-170809474553}"/>
          </ac:spMkLst>
        </pc:spChg>
        <pc:spChg chg="add del">
          <ac:chgData name="koji yamada" userId="36a6a71576b73eaa" providerId="LiveId" clId="{515C41CE-10AF-4D96-9A1B-A9B567287924}" dt="2025-12-22T00:32:53.365" v="102"/>
          <ac:spMkLst>
            <pc:docMk/>
            <pc:sldMk cId="0" sldId="259"/>
            <ac:spMk id="10" creationId="{5298780A-33B9-4EA2-8F67-DE68AD62841B}"/>
          </ac:spMkLst>
        </pc:spChg>
        <pc:spChg chg="add del">
          <ac:chgData name="koji yamada" userId="36a6a71576b73eaa" providerId="LiveId" clId="{515C41CE-10AF-4D96-9A1B-A9B567287924}" dt="2025-12-22T00:32:53.365" v="102"/>
          <ac:spMkLst>
            <pc:docMk/>
            <pc:sldMk cId="0" sldId="259"/>
            <ac:spMk id="12" creationId="{7F488E8B-4E1E-4402-8935-D4E6C02615C7}"/>
          </ac:spMkLst>
        </pc:spChg>
      </pc:sldChg>
      <pc:sldChg chg="addSp delSp modSp mod setBg addAnim delDesignElem">
        <pc:chgData name="koji yamada" userId="36a6a71576b73eaa" providerId="LiveId" clId="{515C41CE-10AF-4D96-9A1B-A9B567287924}" dt="2025-12-22T00:38:07.011" v="176" actId="14100"/>
        <pc:sldMkLst>
          <pc:docMk/>
          <pc:sldMk cId="0" sldId="260"/>
        </pc:sldMkLst>
        <pc:spChg chg="mod">
          <ac:chgData name="koji yamada" userId="36a6a71576b73eaa" providerId="LiveId" clId="{515C41CE-10AF-4D96-9A1B-A9B567287924}" dt="2025-12-22T00:28:59.301" v="4" actId="26606"/>
          <ac:spMkLst>
            <pc:docMk/>
            <pc:sldMk cId="0" sldId="260"/>
            <ac:spMk id="2" creationId="{00000000-0000-0000-0000-000000000000}"/>
          </ac:spMkLst>
        </pc:spChg>
        <pc:spChg chg="mod">
          <ac:chgData name="koji yamada" userId="36a6a71576b73eaa" providerId="LiveId" clId="{515C41CE-10AF-4D96-9A1B-A9B567287924}" dt="2025-12-22T00:38:07.011" v="176" actId="14100"/>
          <ac:spMkLst>
            <pc:docMk/>
            <pc:sldMk cId="0" sldId="260"/>
            <ac:spMk id="3" creationId="{00000000-0000-0000-0000-000000000000}"/>
          </ac:spMkLst>
        </pc:spChg>
        <pc:spChg chg="add del">
          <ac:chgData name="koji yamada" userId="36a6a71576b73eaa" providerId="LiveId" clId="{515C41CE-10AF-4D96-9A1B-A9B567287924}" dt="2025-12-22T00:32:53.365" v="102"/>
          <ac:spMkLst>
            <pc:docMk/>
            <pc:sldMk cId="0" sldId="260"/>
            <ac:spMk id="8" creationId="{081EA652-8C6A-4E69-BEB9-170809474553}"/>
          </ac:spMkLst>
        </pc:spChg>
        <pc:spChg chg="add del">
          <ac:chgData name="koji yamada" userId="36a6a71576b73eaa" providerId="LiveId" clId="{515C41CE-10AF-4D96-9A1B-A9B567287924}" dt="2025-12-22T00:32:53.365" v="102"/>
          <ac:spMkLst>
            <pc:docMk/>
            <pc:sldMk cId="0" sldId="260"/>
            <ac:spMk id="10" creationId="{5298780A-33B9-4EA2-8F67-DE68AD62841B}"/>
          </ac:spMkLst>
        </pc:spChg>
        <pc:spChg chg="add del">
          <ac:chgData name="koji yamada" userId="36a6a71576b73eaa" providerId="LiveId" clId="{515C41CE-10AF-4D96-9A1B-A9B567287924}" dt="2025-12-22T00:32:53.365" v="102"/>
          <ac:spMkLst>
            <pc:docMk/>
            <pc:sldMk cId="0" sldId="260"/>
            <ac:spMk id="12" creationId="{7F488E8B-4E1E-4402-8935-D4E6C02615C7}"/>
          </ac:spMkLst>
        </pc:spChg>
      </pc:sldChg>
      <pc:sldChg chg="addSp delSp modSp mod setBg delDesignElem">
        <pc:chgData name="koji yamada" userId="36a6a71576b73eaa" providerId="LiveId" clId="{515C41CE-10AF-4D96-9A1B-A9B567287924}" dt="2025-12-22T00:39:15.958" v="188" actId="20577"/>
        <pc:sldMkLst>
          <pc:docMk/>
          <pc:sldMk cId="0" sldId="261"/>
        </pc:sldMkLst>
        <pc:spChg chg="mod">
          <ac:chgData name="koji yamada" userId="36a6a71576b73eaa" providerId="LiveId" clId="{515C41CE-10AF-4D96-9A1B-A9B567287924}" dt="2025-12-22T00:29:12.760" v="6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koji yamada" userId="36a6a71576b73eaa" providerId="LiveId" clId="{515C41CE-10AF-4D96-9A1B-A9B567287924}" dt="2025-12-22T00:39:15.958" v="188" actId="20577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koji yamada" userId="36a6a71576b73eaa" providerId="LiveId" clId="{515C41CE-10AF-4D96-9A1B-A9B567287924}" dt="2025-12-22T00:32:53.365" v="102"/>
          <ac:spMkLst>
            <pc:docMk/>
            <pc:sldMk cId="0" sldId="261"/>
            <ac:spMk id="8" creationId="{081EA652-8C6A-4E69-BEB9-170809474553}"/>
          </ac:spMkLst>
        </pc:spChg>
        <pc:spChg chg="add del">
          <ac:chgData name="koji yamada" userId="36a6a71576b73eaa" providerId="LiveId" clId="{515C41CE-10AF-4D96-9A1B-A9B567287924}" dt="2025-12-22T00:32:53.365" v="102"/>
          <ac:spMkLst>
            <pc:docMk/>
            <pc:sldMk cId="0" sldId="261"/>
            <ac:spMk id="10" creationId="{5298780A-33B9-4EA2-8F67-DE68AD62841B}"/>
          </ac:spMkLst>
        </pc:spChg>
        <pc:spChg chg="add del">
          <ac:chgData name="koji yamada" userId="36a6a71576b73eaa" providerId="LiveId" clId="{515C41CE-10AF-4D96-9A1B-A9B567287924}" dt="2025-12-22T00:32:53.365" v="102"/>
          <ac:spMkLst>
            <pc:docMk/>
            <pc:sldMk cId="0" sldId="261"/>
            <ac:spMk id="12" creationId="{7F488E8B-4E1E-4402-8935-D4E6C02615C7}"/>
          </ac:spMkLst>
        </pc:spChg>
      </pc:sldChg>
      <pc:sldChg chg="addSp delSp modSp mod setBg addAnim delDesignElem">
        <pc:chgData name="koji yamada" userId="36a6a71576b73eaa" providerId="LiveId" clId="{515C41CE-10AF-4D96-9A1B-A9B567287924}" dt="2025-12-22T00:38:28.056" v="178" actId="403"/>
        <pc:sldMkLst>
          <pc:docMk/>
          <pc:sldMk cId="0" sldId="262"/>
        </pc:sldMkLst>
        <pc:spChg chg="mod">
          <ac:chgData name="koji yamada" userId="36a6a71576b73eaa" providerId="LiveId" clId="{515C41CE-10AF-4D96-9A1B-A9B567287924}" dt="2025-12-22T00:29:18.546" v="7" actId="26606"/>
          <ac:spMkLst>
            <pc:docMk/>
            <pc:sldMk cId="0" sldId="262"/>
            <ac:spMk id="2" creationId="{00000000-0000-0000-0000-000000000000}"/>
          </ac:spMkLst>
        </pc:spChg>
        <pc:spChg chg="mod">
          <ac:chgData name="koji yamada" userId="36a6a71576b73eaa" providerId="LiveId" clId="{515C41CE-10AF-4D96-9A1B-A9B567287924}" dt="2025-12-22T00:38:28.056" v="178" actId="403"/>
          <ac:spMkLst>
            <pc:docMk/>
            <pc:sldMk cId="0" sldId="262"/>
            <ac:spMk id="3" creationId="{00000000-0000-0000-0000-000000000000}"/>
          </ac:spMkLst>
        </pc:spChg>
        <pc:spChg chg="add del">
          <ac:chgData name="koji yamada" userId="36a6a71576b73eaa" providerId="LiveId" clId="{515C41CE-10AF-4D96-9A1B-A9B567287924}" dt="2025-12-22T00:32:53.365" v="102"/>
          <ac:spMkLst>
            <pc:docMk/>
            <pc:sldMk cId="0" sldId="262"/>
            <ac:spMk id="8" creationId="{081EA652-8C6A-4E69-BEB9-170809474553}"/>
          </ac:spMkLst>
        </pc:spChg>
        <pc:spChg chg="add del">
          <ac:chgData name="koji yamada" userId="36a6a71576b73eaa" providerId="LiveId" clId="{515C41CE-10AF-4D96-9A1B-A9B567287924}" dt="2025-12-22T00:32:53.365" v="102"/>
          <ac:spMkLst>
            <pc:docMk/>
            <pc:sldMk cId="0" sldId="262"/>
            <ac:spMk id="10" creationId="{5298780A-33B9-4EA2-8F67-DE68AD62841B}"/>
          </ac:spMkLst>
        </pc:spChg>
        <pc:spChg chg="add del">
          <ac:chgData name="koji yamada" userId="36a6a71576b73eaa" providerId="LiveId" clId="{515C41CE-10AF-4D96-9A1B-A9B567287924}" dt="2025-12-22T00:32:53.365" v="102"/>
          <ac:spMkLst>
            <pc:docMk/>
            <pc:sldMk cId="0" sldId="262"/>
            <ac:spMk id="12" creationId="{7F488E8B-4E1E-4402-8935-D4E6C02615C7}"/>
          </ac:spMkLst>
        </pc:spChg>
      </pc:sldChg>
      <pc:sldChg chg="addSp delSp modSp mod setBg addAnim delDesignElem">
        <pc:chgData name="koji yamada" userId="36a6a71576b73eaa" providerId="LiveId" clId="{515C41CE-10AF-4D96-9A1B-A9B567287924}" dt="2025-12-22T00:38:46.906" v="180" actId="20577"/>
        <pc:sldMkLst>
          <pc:docMk/>
          <pc:sldMk cId="0" sldId="263"/>
        </pc:sldMkLst>
        <pc:spChg chg="mod">
          <ac:chgData name="koji yamada" userId="36a6a71576b73eaa" providerId="LiveId" clId="{515C41CE-10AF-4D96-9A1B-A9B567287924}" dt="2025-12-22T00:38:46.906" v="180" actId="20577"/>
          <ac:spMkLst>
            <pc:docMk/>
            <pc:sldMk cId="0" sldId="263"/>
            <ac:spMk id="2" creationId="{00000000-0000-0000-0000-000000000000}"/>
          </ac:spMkLst>
        </pc:spChg>
        <pc:spChg chg="mod">
          <ac:chgData name="koji yamada" userId="36a6a71576b73eaa" providerId="LiveId" clId="{515C41CE-10AF-4D96-9A1B-A9B567287924}" dt="2025-12-22T00:38:33.638" v="179" actId="403"/>
          <ac:spMkLst>
            <pc:docMk/>
            <pc:sldMk cId="0" sldId="263"/>
            <ac:spMk id="3" creationId="{00000000-0000-0000-0000-000000000000}"/>
          </ac:spMkLst>
        </pc:spChg>
        <pc:spChg chg="add del">
          <ac:chgData name="koji yamada" userId="36a6a71576b73eaa" providerId="LiveId" clId="{515C41CE-10AF-4D96-9A1B-A9B567287924}" dt="2025-12-22T00:32:53.365" v="102"/>
          <ac:spMkLst>
            <pc:docMk/>
            <pc:sldMk cId="0" sldId="263"/>
            <ac:spMk id="8" creationId="{081EA652-8C6A-4E69-BEB9-170809474553}"/>
          </ac:spMkLst>
        </pc:spChg>
        <pc:spChg chg="add del">
          <ac:chgData name="koji yamada" userId="36a6a71576b73eaa" providerId="LiveId" clId="{515C41CE-10AF-4D96-9A1B-A9B567287924}" dt="2025-12-22T00:32:53.365" v="102"/>
          <ac:spMkLst>
            <pc:docMk/>
            <pc:sldMk cId="0" sldId="263"/>
            <ac:spMk id="10" creationId="{5298780A-33B9-4EA2-8F67-DE68AD62841B}"/>
          </ac:spMkLst>
        </pc:spChg>
        <pc:spChg chg="add del">
          <ac:chgData name="koji yamada" userId="36a6a71576b73eaa" providerId="LiveId" clId="{515C41CE-10AF-4D96-9A1B-A9B567287924}" dt="2025-12-22T00:32:53.365" v="102"/>
          <ac:spMkLst>
            <pc:docMk/>
            <pc:sldMk cId="0" sldId="263"/>
            <ac:spMk id="12" creationId="{7F488E8B-4E1E-4402-8935-D4E6C02615C7}"/>
          </ac:spMkLst>
        </pc:spChg>
      </pc:sldChg>
      <pc:sldChg chg="addSp delSp modSp mod setBg addAnim delDesignElem">
        <pc:chgData name="koji yamada" userId="36a6a71576b73eaa" providerId="LiveId" clId="{515C41CE-10AF-4D96-9A1B-A9B567287924}" dt="2025-12-22T00:38:59.587" v="182" actId="14100"/>
        <pc:sldMkLst>
          <pc:docMk/>
          <pc:sldMk cId="0" sldId="264"/>
        </pc:sldMkLst>
        <pc:spChg chg="mod">
          <ac:chgData name="koji yamada" userId="36a6a71576b73eaa" providerId="LiveId" clId="{515C41CE-10AF-4D96-9A1B-A9B567287924}" dt="2025-12-22T00:29:34.481" v="11" actId="26606"/>
          <ac:spMkLst>
            <pc:docMk/>
            <pc:sldMk cId="0" sldId="264"/>
            <ac:spMk id="2" creationId="{00000000-0000-0000-0000-000000000000}"/>
          </ac:spMkLst>
        </pc:spChg>
        <pc:spChg chg="mod">
          <ac:chgData name="koji yamada" userId="36a6a71576b73eaa" providerId="LiveId" clId="{515C41CE-10AF-4D96-9A1B-A9B567287924}" dt="2025-12-22T00:38:59.587" v="182" actId="14100"/>
          <ac:spMkLst>
            <pc:docMk/>
            <pc:sldMk cId="0" sldId="264"/>
            <ac:spMk id="3" creationId="{00000000-0000-0000-0000-000000000000}"/>
          </ac:spMkLst>
        </pc:spChg>
        <pc:spChg chg="add del">
          <ac:chgData name="koji yamada" userId="36a6a71576b73eaa" providerId="LiveId" clId="{515C41CE-10AF-4D96-9A1B-A9B567287924}" dt="2025-12-22T00:32:53.365" v="102"/>
          <ac:spMkLst>
            <pc:docMk/>
            <pc:sldMk cId="0" sldId="264"/>
            <ac:spMk id="8" creationId="{081EA652-8C6A-4E69-BEB9-170809474553}"/>
          </ac:spMkLst>
        </pc:spChg>
        <pc:spChg chg="add del">
          <ac:chgData name="koji yamada" userId="36a6a71576b73eaa" providerId="LiveId" clId="{515C41CE-10AF-4D96-9A1B-A9B567287924}" dt="2025-12-22T00:32:53.365" v="102"/>
          <ac:spMkLst>
            <pc:docMk/>
            <pc:sldMk cId="0" sldId="264"/>
            <ac:spMk id="10" creationId="{5298780A-33B9-4EA2-8F67-DE68AD62841B}"/>
          </ac:spMkLst>
        </pc:spChg>
        <pc:spChg chg="add del">
          <ac:chgData name="koji yamada" userId="36a6a71576b73eaa" providerId="LiveId" clId="{515C41CE-10AF-4D96-9A1B-A9B567287924}" dt="2025-12-22T00:32:53.365" v="102"/>
          <ac:spMkLst>
            <pc:docMk/>
            <pc:sldMk cId="0" sldId="264"/>
            <ac:spMk id="12" creationId="{7F488E8B-4E1E-4402-8935-D4E6C02615C7}"/>
          </ac:spMkLst>
        </pc:spChg>
      </pc:sldChg>
      <pc:sldChg chg="addSp delSp modSp mod setBg delDesignElem">
        <pc:chgData name="koji yamada" userId="36a6a71576b73eaa" providerId="LiveId" clId="{515C41CE-10AF-4D96-9A1B-A9B567287924}" dt="2025-12-22T00:39:08.509" v="185" actId="20577"/>
        <pc:sldMkLst>
          <pc:docMk/>
          <pc:sldMk cId="0" sldId="265"/>
        </pc:sldMkLst>
        <pc:spChg chg="mod">
          <ac:chgData name="koji yamada" userId="36a6a71576b73eaa" providerId="LiveId" clId="{515C41CE-10AF-4D96-9A1B-A9B567287924}" dt="2025-12-22T00:29:39.870" v="13" actId="26606"/>
          <ac:spMkLst>
            <pc:docMk/>
            <pc:sldMk cId="0" sldId="265"/>
            <ac:spMk id="2" creationId="{00000000-0000-0000-0000-000000000000}"/>
          </ac:spMkLst>
        </pc:spChg>
        <pc:spChg chg="mod">
          <ac:chgData name="koji yamada" userId="36a6a71576b73eaa" providerId="LiveId" clId="{515C41CE-10AF-4D96-9A1B-A9B567287924}" dt="2025-12-22T00:39:08.509" v="185" actId="20577"/>
          <ac:spMkLst>
            <pc:docMk/>
            <pc:sldMk cId="0" sldId="265"/>
            <ac:spMk id="3" creationId="{00000000-0000-0000-0000-000000000000}"/>
          </ac:spMkLst>
        </pc:spChg>
        <pc:spChg chg="add del">
          <ac:chgData name="koji yamada" userId="36a6a71576b73eaa" providerId="LiveId" clId="{515C41CE-10AF-4D96-9A1B-A9B567287924}" dt="2025-12-22T00:32:53.365" v="102"/>
          <ac:spMkLst>
            <pc:docMk/>
            <pc:sldMk cId="0" sldId="265"/>
            <ac:spMk id="8" creationId="{081EA652-8C6A-4E69-BEB9-170809474553}"/>
          </ac:spMkLst>
        </pc:spChg>
        <pc:spChg chg="add del">
          <ac:chgData name="koji yamada" userId="36a6a71576b73eaa" providerId="LiveId" clId="{515C41CE-10AF-4D96-9A1B-A9B567287924}" dt="2025-12-22T00:32:53.365" v="102"/>
          <ac:spMkLst>
            <pc:docMk/>
            <pc:sldMk cId="0" sldId="265"/>
            <ac:spMk id="10" creationId="{5298780A-33B9-4EA2-8F67-DE68AD62841B}"/>
          </ac:spMkLst>
        </pc:spChg>
        <pc:spChg chg="add del">
          <ac:chgData name="koji yamada" userId="36a6a71576b73eaa" providerId="LiveId" clId="{515C41CE-10AF-4D96-9A1B-A9B567287924}" dt="2025-12-22T00:32:53.365" v="102"/>
          <ac:spMkLst>
            <pc:docMk/>
            <pc:sldMk cId="0" sldId="265"/>
            <ac:spMk id="12" creationId="{7F488E8B-4E1E-4402-8935-D4E6C02615C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64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862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12992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13686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512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764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868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770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914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とキャプ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139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 (キャプション付き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3047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328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用付きの名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048679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または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2751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6311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001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89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kumimoji="1"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kumimoji="1"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ja-JP" altLang="en-US" sz="3900" dirty="0"/>
              <a:t>生成</a:t>
            </a:r>
            <a:r>
              <a:rPr lang="en-US" sz="3900" dirty="0"/>
              <a:t>AI × Azure Functions </a:t>
            </a:r>
            <a:r>
              <a:rPr lang="ja-JP" altLang="en-US" sz="3900" dirty="0"/>
              <a:t>ワークショップ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261818" cy="2800395"/>
          </a:xfrm>
        </p:spPr>
        <p:txBody>
          <a:bodyPr anchor="t">
            <a:normAutofit/>
          </a:bodyPr>
          <a:lstStyle/>
          <a:p>
            <a:r>
              <a:rPr lang="ja-JP" altLang="en-US" sz="2400" dirty="0"/>
              <a:t>進行：</a:t>
            </a:r>
            <a:endParaRPr lang="en-US" altLang="ja-JP" sz="2400" dirty="0"/>
          </a:p>
          <a:p>
            <a:pPr marL="400050" lvl="1" indent="0">
              <a:buNone/>
            </a:pPr>
            <a:r>
              <a:rPr lang="ja-JP" altLang="en-US" sz="2200" dirty="0"/>
              <a:t>山田 公次</a:t>
            </a:r>
            <a:endParaRPr lang="en-US" altLang="ja-JP" sz="2200" dirty="0"/>
          </a:p>
          <a:p>
            <a:endParaRPr lang="ja-JP" altLang="en-US" sz="2400" dirty="0"/>
          </a:p>
          <a:p>
            <a:r>
              <a:rPr lang="ja-JP" altLang="en-US" sz="2400" dirty="0"/>
              <a:t>目的：</a:t>
            </a:r>
            <a:endParaRPr lang="en-US" altLang="ja-JP" sz="2400" dirty="0"/>
          </a:p>
          <a:p>
            <a:pPr marL="400050" lvl="1" indent="0">
              <a:buNone/>
            </a:pPr>
            <a:r>
              <a:rPr lang="ja-JP" altLang="en-US" sz="2200" dirty="0"/>
              <a:t>生成</a:t>
            </a:r>
            <a:r>
              <a:rPr lang="en-US" altLang="ja-JP" sz="2200" dirty="0"/>
              <a:t>AI</a:t>
            </a:r>
            <a:r>
              <a:rPr lang="ja-JP" altLang="en-US" sz="2200" dirty="0"/>
              <a:t>を使った設計改善・レビュー・テスト活用を体験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ja-JP" altLang="en-US" sz="6300"/>
              <a:t>本日のゴール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ja-JP" altLang="en-US" sz="2400" dirty="0"/>
              <a:t>ダメなコードを</a:t>
            </a:r>
            <a:r>
              <a:rPr lang="en-US" altLang="ja-JP" sz="2400" dirty="0"/>
              <a:t>AI</a:t>
            </a:r>
            <a:r>
              <a:rPr lang="ja-JP" altLang="en-US" sz="2400" dirty="0"/>
              <a:t>でレビューできる</a:t>
            </a:r>
          </a:p>
          <a:p>
            <a:r>
              <a:rPr lang="ja-JP" altLang="en-US" sz="2400" dirty="0"/>
              <a:t>良い設計を言語化できる</a:t>
            </a:r>
          </a:p>
          <a:p>
            <a:r>
              <a:rPr lang="en-US" altLang="ja-JP" sz="2400" dirty="0"/>
              <a:t>AI</a:t>
            </a:r>
            <a:r>
              <a:rPr lang="ja-JP" altLang="en-US" sz="2400" dirty="0"/>
              <a:t>でテストを作れる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689200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ja-JP" sz="4900" dirty="0"/>
              <a:t>Azure Functions </a:t>
            </a:r>
            <a:r>
              <a:rPr lang="ja-JP" altLang="en-US" sz="4900" dirty="0"/>
              <a:t>で</a:t>
            </a:r>
            <a:br>
              <a:rPr lang="en-US" altLang="ja-JP" sz="4900" dirty="0"/>
            </a:br>
            <a:r>
              <a:rPr lang="ja-JP" altLang="en-US" sz="4900" dirty="0"/>
              <a:t>起こりがちな設計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ja-JP" altLang="en-US" sz="2400" dirty="0"/>
              <a:t>エントリーポイントにロジック集中</a:t>
            </a:r>
          </a:p>
          <a:p>
            <a:r>
              <a:rPr lang="ja-JP" altLang="en-US" sz="2400" dirty="0"/>
              <a:t>テストしにくい</a:t>
            </a:r>
          </a:p>
          <a:p>
            <a:r>
              <a:rPr lang="en-US" altLang="ja-JP" sz="2400" dirty="0"/>
              <a:t>DI</a:t>
            </a:r>
            <a:r>
              <a:rPr lang="ja-JP" altLang="en-US" sz="2400" dirty="0"/>
              <a:t>未理解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361209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ja-JP" altLang="en-US" sz="5400" dirty="0"/>
              <a:t>ダメなコードを見る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US" sz="2400" dirty="0" err="1"/>
              <a:t>BadFunctionsProject</a:t>
            </a:r>
            <a:r>
              <a:rPr lang="en-US" sz="2400" dirty="0"/>
              <a:t> </a:t>
            </a:r>
            <a:r>
              <a:rPr lang="ja-JP" altLang="en-US" sz="2400" dirty="0"/>
              <a:t>を開く</a:t>
            </a:r>
          </a:p>
          <a:p>
            <a:endParaRPr lang="ja-JP" altLang="en-US" sz="2400" dirty="0"/>
          </a:p>
          <a:p>
            <a:r>
              <a:rPr lang="ja-JP" altLang="en-US" sz="2400" dirty="0"/>
              <a:t>問い：</a:t>
            </a:r>
            <a:endParaRPr lang="en-US" altLang="ja-JP" sz="2400" dirty="0"/>
          </a:p>
          <a:p>
            <a:pPr marL="400050" lvl="1" indent="0">
              <a:buNone/>
            </a:pPr>
            <a:r>
              <a:rPr lang="ja-JP" altLang="en-US" sz="2200" dirty="0"/>
              <a:t>どこがダメか？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US" altLang="ja-JP" sz="6300"/>
              <a:t>AI</a:t>
            </a:r>
            <a:r>
              <a:rPr lang="ja-JP" altLang="en-US" sz="6300"/>
              <a:t>レビュー実演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291635" cy="2800395"/>
          </a:xfrm>
        </p:spPr>
        <p:txBody>
          <a:bodyPr anchor="t">
            <a:normAutofit/>
          </a:bodyPr>
          <a:lstStyle/>
          <a:p>
            <a:r>
              <a:rPr lang="en-US" sz="2400" dirty="0" err="1"/>
              <a:t>PromptCollection</a:t>
            </a:r>
            <a:r>
              <a:rPr lang="en-US" sz="2100" dirty="0"/>
              <a:t>/02_CodeReview.txt </a:t>
            </a:r>
            <a:r>
              <a:rPr lang="ja-JP" altLang="en-US" sz="2100" dirty="0"/>
              <a:t>を使用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ja-JP" altLang="en-US" sz="5400"/>
              <a:t>リファクタリング方針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ja-JP" altLang="en-US" sz="2400" dirty="0"/>
              <a:t>責務分離</a:t>
            </a:r>
          </a:p>
          <a:p>
            <a:r>
              <a:rPr lang="en-US" sz="2400" dirty="0"/>
              <a:t>Service</a:t>
            </a:r>
            <a:r>
              <a:rPr lang="ja-JP" altLang="en-US" sz="2400" dirty="0"/>
              <a:t>化</a:t>
            </a:r>
          </a:p>
          <a:p>
            <a:r>
              <a:rPr lang="en-US" sz="2400" dirty="0"/>
              <a:t>DI</a:t>
            </a:r>
            <a:r>
              <a:rPr lang="ja-JP" altLang="en-US" sz="2400" dirty="0"/>
              <a:t>導入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ja-JP" altLang="en-US" sz="6300"/>
              <a:t>模範コード解説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US" sz="2400" dirty="0" err="1"/>
              <a:t>GoodFunctionsProject</a:t>
            </a:r>
            <a:r>
              <a:rPr lang="en-US" sz="2400" dirty="0"/>
              <a:t> </a:t>
            </a:r>
            <a:r>
              <a:rPr lang="ja-JP" altLang="en-US" sz="2400" dirty="0"/>
              <a:t>を確認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ja-JP" altLang="en-US" sz="5400" dirty="0"/>
              <a:t>テストは</a:t>
            </a:r>
            <a:br>
              <a:rPr lang="en-US" altLang="ja-JP" sz="5400" dirty="0"/>
            </a:br>
            <a:r>
              <a:rPr lang="ja-JP" altLang="en-US" sz="5400" dirty="0"/>
              <a:t>どこを書く？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US" sz="2400" dirty="0"/>
              <a:t>Function</a:t>
            </a:r>
            <a:r>
              <a:rPr lang="ja-JP" altLang="en-US" sz="2400" dirty="0"/>
              <a:t>ではなく </a:t>
            </a:r>
            <a:r>
              <a:rPr lang="en-US" sz="2400" dirty="0"/>
              <a:t>Service </a:t>
            </a:r>
            <a:r>
              <a:rPr lang="ja-JP" altLang="en-US" sz="2400" dirty="0"/>
              <a:t>をテスト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US" altLang="ja-JP" sz="6300"/>
              <a:t>AI</a:t>
            </a:r>
            <a:r>
              <a:rPr lang="ja-JP" altLang="en-US" sz="6300"/>
              <a:t>でテスト生成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241940" cy="2800395"/>
          </a:xfrm>
        </p:spPr>
        <p:txBody>
          <a:bodyPr anchor="t">
            <a:normAutofit/>
          </a:bodyPr>
          <a:lstStyle/>
          <a:p>
            <a:r>
              <a:rPr lang="en-US" sz="2400" dirty="0" err="1"/>
              <a:t>PromptCollection</a:t>
            </a:r>
            <a:r>
              <a:rPr lang="en-US" sz="2400" dirty="0"/>
              <a:t>/03_TestGeneration.txt </a:t>
            </a:r>
            <a:r>
              <a:rPr lang="ja-JP" altLang="en-US" sz="2400" dirty="0"/>
              <a:t>を使用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ja-JP" altLang="en-US" sz="6300"/>
              <a:t>まとめ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r>
              <a:rPr lang="en-US" altLang="ja-JP" sz="2400" dirty="0"/>
              <a:t>AI</a:t>
            </a:r>
            <a:r>
              <a:rPr lang="ja-JP" altLang="en-US" sz="2400" dirty="0"/>
              <a:t>は考える補助輪</a:t>
            </a:r>
          </a:p>
          <a:p>
            <a:r>
              <a:rPr lang="ja-JP" altLang="en-US" sz="2400" dirty="0"/>
              <a:t>設計責任は人間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ファセット">
  <a:themeElements>
    <a:clrScheme name="ファセット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ファセット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ファセット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</TotalTime>
  <Words>139</Words>
  <Application>Microsoft Office PowerPoint</Application>
  <PresentationFormat>画面に合わせる (4:3)</PresentationFormat>
  <Paragraphs>34</Paragraphs>
  <Slides>10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ファセット</vt:lpstr>
      <vt:lpstr>生成AI × Azure Functions ワークショップ</vt:lpstr>
      <vt:lpstr>本日のゴール</vt:lpstr>
      <vt:lpstr>Azure Functions で 起こりがちな設計</vt:lpstr>
      <vt:lpstr>ダメなコードを見る</vt:lpstr>
      <vt:lpstr>AIレビュー実演</vt:lpstr>
      <vt:lpstr>リファクタリング方針</vt:lpstr>
      <vt:lpstr>模範コード解説</vt:lpstr>
      <vt:lpstr>テストは どこを書く？</vt:lpstr>
      <vt:lpstr>AIでテスト生成</vt:lpstr>
      <vt:lpstr>まとめ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koji yamada</cp:lastModifiedBy>
  <cp:revision>1</cp:revision>
  <dcterms:created xsi:type="dcterms:W3CDTF">2013-01-27T09:14:16Z</dcterms:created>
  <dcterms:modified xsi:type="dcterms:W3CDTF">2025-12-22T00:40:06Z</dcterms:modified>
  <cp:category/>
</cp:coreProperties>
</file>